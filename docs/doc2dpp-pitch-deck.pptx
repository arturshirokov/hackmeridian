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InstrumentSans-regular.fntdata"/><Relationship Id="rId12" Type="http://schemas.openxmlformats.org/officeDocument/2006/relationships/font" Target="fonts/InstrumentSans-bold.fntdata"/><Relationship Id="rId13" Type="http://schemas.openxmlformats.org/officeDocument/2006/relationships/font" Target="fonts/InstrumentSans-italic.fntdata"/><Relationship Id="rId14" Type="http://schemas.openxmlformats.org/officeDocument/2006/relationships/font" Target="fonts/InstrumentSans-boldItalic.fntdata"/><Relationship Id="rId15" Type="http://schemas.openxmlformats.org/officeDocument/2006/relationships/font" Target="fonts/InterTight-regular.fntdata"/><Relationship Id="rId16" Type="http://schemas.openxmlformats.org/officeDocument/2006/relationships/font" Target="fonts/InterTight-bold.fntdata"/><Relationship Id="rId17" Type="http://schemas.openxmlformats.org/officeDocument/2006/relationships/font" Target="fonts/InterTight-italic.fntdata"/><Relationship Id="rId18" Type="http://schemas.openxmlformats.org/officeDocument/2006/relationships/font" Target="fonts/InterTight-boldItalic.fntdata"/><Relationship Id="rId19" Type="http://schemas.openxmlformats.org/officeDocument/2006/relationships/font" Target="fonts/JetBrainsMono-regular.fntdata"/><Relationship Id="rId20" Type="http://schemas.openxmlformats.org/officeDocument/2006/relationships/font" Target="fonts/JetBrainsMono-bold.fntdata"/><Relationship Id="rId21" Type="http://schemas.openxmlformats.org/officeDocument/2006/relationships/font" Target="fonts/JetBrainsMono-italic.fntdata"/><Relationship Id="rId22" Type="http://schemas.openxmlformats.org/officeDocument/2006/relationships/font" Target="fonts/JetBrains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GENESIS · STELLAR TESTNET · LIVE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DOC2DPP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USDC Bond behind every passport Field.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Independent AI passes read each Supplier PDF; unclear means Not stated, never a guess.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Operator locks a 10 USDC Bond on Stellar before it delivers.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Field proven wrong from the Document Slashes 1/10 of the Bond to the Brand.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The guarantee is money on a public ledger, not a promise.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05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Feb 2027 every EU battery needs a passport.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data sits in Supplier PDFs, each laid out differently, and people retype it by hand.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extraction is fast, but when it's wrong the Brand pays and hears it from an auditor.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Brands are liable for passport data they can't verify.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Upload → Sieves → Bond on Stellar → Challenge → settle.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Workers (Claude Code, OpenCode, Pi) take Sieves over MCP; Documents live on ICP.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Trustless Work escrow holds Bond, Fee and output hash; a neutral Arbiter decides Challenges.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It's live at doc2dpp.wisecraft.dev, moving real testnet USDC.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Two builders who already work on EU product passports.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Artur Shirokov: architecture, Stellar escrow and ledger, the Sieve pipeline and agents.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Viktoria: product and ICP storage, official Templates, Brand reality, the demo story.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Built on Origyn's DPP platform work: real Templates, real Brand problems.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We build passports for a living; this is the part we see break.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